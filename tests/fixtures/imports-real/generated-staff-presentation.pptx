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GENERATED_NOTES: Aya Hassan. notes.only@example.org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FIRST_GENERATED_SLIDE: Sofia Marin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Birth</a:t>
            </a:r>
            <a:r>
              <a:t>date: 14/03/2010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SECOND_GENERATED_SLIDE: Amir Haddad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Birth</a:t>
            </a:r>
            <a:r>
              <a:t>date: 14/03/2010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HIDDEN_GENERATED_SLIDE: Noor Hassan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Birth</a:t>
            </a:r>
            <a:r>
              <a:t>date: 14/03/2010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staff privacy fixture</dc:title>
  <dc:subject/>
  <dc:creator>Fictional QA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